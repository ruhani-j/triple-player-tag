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71" r:id="rId4"/>
    <p:sldId id="275" r:id="rId5"/>
    <p:sldId id="272" r:id="rId6"/>
    <p:sldId id="273" r:id="rId7"/>
    <p:sldId id="258" r:id="rId8"/>
    <p:sldId id="259" r:id="rId9"/>
    <p:sldId id="262" r:id="rId10"/>
    <p:sldId id="260" r:id="rId11"/>
    <p:sldId id="263" r:id="rId12"/>
    <p:sldId id="261" r:id="rId13"/>
    <p:sldId id="267" r:id="rId14"/>
    <p:sldId id="268" r:id="rId15"/>
    <p:sldId id="266" r:id="rId16"/>
    <p:sldId id="276" r:id="rId17"/>
    <p:sldId id="269" r:id="rId18"/>
    <p:sldId id="277" r:id="rId19"/>
    <p:sldId id="264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8E0511-1D18-4443-87CF-8E38563F04ED}" v="30" dt="2024-12-04T18:17:20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hani Jindal" userId="29e04c13-a62b-4946-9cb0-ed846c343292" providerId="ADAL" clId="{4F8E0511-1D18-4443-87CF-8E38563F04ED}"/>
    <pc:docChg chg="undo custSel addSld delSld modSld sldOrd modMainMaster">
      <pc:chgData name="Ruhani Jindal" userId="29e04c13-a62b-4946-9cb0-ed846c343292" providerId="ADAL" clId="{4F8E0511-1D18-4443-87CF-8E38563F04ED}" dt="2024-12-04T18:17:33.065" v="809" actId="478"/>
      <pc:docMkLst>
        <pc:docMk/>
      </pc:docMkLst>
      <pc:sldChg chg="modSp new mod modTransition">
        <pc:chgData name="Ruhani Jindal" userId="29e04c13-a62b-4946-9cb0-ed846c343292" providerId="ADAL" clId="{4F8E0511-1D18-4443-87CF-8E38563F04ED}" dt="2024-12-04T18:17:20.743" v="807"/>
        <pc:sldMkLst>
          <pc:docMk/>
          <pc:sldMk cId="692580176" sldId="256"/>
        </pc:sldMkLst>
        <pc:spChg chg="mod">
          <ac:chgData name="Ruhani Jindal" userId="29e04c13-a62b-4946-9cb0-ed846c343292" providerId="ADAL" clId="{4F8E0511-1D18-4443-87CF-8E38563F04ED}" dt="2024-12-04T15:51:53.215" v="301" actId="255"/>
          <ac:spMkLst>
            <pc:docMk/>
            <pc:sldMk cId="692580176" sldId="256"/>
            <ac:spMk id="2" creationId="{676368F3-8CC8-B8DF-B841-C3E3367D2DFA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692580176" sldId="256"/>
            <ac:spMk id="3" creationId="{7F11A788-176E-4B5C-A5F1-20AED8E2A62B}"/>
          </ac:spMkLst>
        </pc:spChg>
      </pc:sldChg>
      <pc:sldChg chg="addSp modSp new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3687991887" sldId="257"/>
        </pc:sldMkLst>
        <pc:spChg chg="mod">
          <ac:chgData name="Ruhani Jindal" userId="29e04c13-a62b-4946-9cb0-ed846c343292" providerId="ADAL" clId="{4F8E0511-1D18-4443-87CF-8E38563F04ED}" dt="2024-12-04T16:10:29.733" v="355" actId="20577"/>
          <ac:spMkLst>
            <pc:docMk/>
            <pc:sldMk cId="3687991887" sldId="257"/>
            <ac:spMk id="2" creationId="{58758621-C646-9697-EFD8-90AD7F171C50}"/>
          </ac:spMkLst>
        </pc:spChg>
        <pc:spChg chg="mod">
          <ac:chgData name="Ruhani Jindal" userId="29e04c13-a62b-4946-9cb0-ed846c343292" providerId="ADAL" clId="{4F8E0511-1D18-4443-87CF-8E38563F04ED}" dt="2024-12-04T16:11:30.682" v="375" actId="20577"/>
          <ac:spMkLst>
            <pc:docMk/>
            <pc:sldMk cId="3687991887" sldId="257"/>
            <ac:spMk id="3" creationId="{0ED40166-DAD1-5CBB-58B2-9F7E5E67BC4B}"/>
          </ac:spMkLst>
        </pc:spChg>
        <pc:picChg chg="add mod">
          <ac:chgData name="Ruhani Jindal" userId="29e04c13-a62b-4946-9cb0-ed846c343292" providerId="ADAL" clId="{4F8E0511-1D18-4443-87CF-8E38563F04ED}" dt="2024-12-04T16:12:01.546" v="377" actId="1076"/>
          <ac:picMkLst>
            <pc:docMk/>
            <pc:sldMk cId="3687991887" sldId="257"/>
            <ac:picMk id="5" creationId="{EE868213-617E-97DC-FE6E-4C7CA28D912E}"/>
          </ac:picMkLst>
        </pc:picChg>
      </pc:sldChg>
      <pc:sldChg chg="modSp new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4254195002" sldId="258"/>
        </pc:sldMkLst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4254195002" sldId="258"/>
            <ac:spMk id="2" creationId="{9D9E0B88-FE89-4CB2-6B38-2931BEDFF29A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4254195002" sldId="258"/>
            <ac:spMk id="3" creationId="{83C71B80-6D50-4235-6837-0FCB0B63D83D}"/>
          </ac:spMkLst>
        </pc:spChg>
      </pc:sldChg>
      <pc:sldChg chg="addSp modSp new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370965268" sldId="259"/>
        </pc:sldMkLst>
        <pc:spChg chg="mod ord">
          <ac:chgData name="Ruhani Jindal" userId="29e04c13-a62b-4946-9cb0-ed846c343292" providerId="ADAL" clId="{4F8E0511-1D18-4443-87CF-8E38563F04ED}" dt="2024-12-04T15:52:07.043" v="302" actId="166"/>
          <ac:spMkLst>
            <pc:docMk/>
            <pc:sldMk cId="370965268" sldId="259"/>
            <ac:spMk id="2" creationId="{538A4302-31F5-FA29-A414-D23170BD0C4A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370965268" sldId="259"/>
            <ac:spMk id="3" creationId="{BA80A883-4263-2026-05D6-4DA0B1439C62}"/>
          </ac:spMkLst>
        </pc:spChg>
        <pc:picChg chg="add mod">
          <ac:chgData name="Ruhani Jindal" userId="29e04c13-a62b-4946-9cb0-ed846c343292" providerId="ADAL" clId="{4F8E0511-1D18-4443-87CF-8E38563F04ED}" dt="2024-12-04T18:12:23.497" v="805" actId="1076"/>
          <ac:picMkLst>
            <pc:docMk/>
            <pc:sldMk cId="370965268" sldId="259"/>
            <ac:picMk id="5" creationId="{EBA3BB6D-6490-A9B9-4BC3-A9E44C914241}"/>
          </ac:picMkLst>
        </pc:picChg>
        <pc:picChg chg="add mod">
          <ac:chgData name="Ruhani Jindal" userId="29e04c13-a62b-4946-9cb0-ed846c343292" providerId="ADAL" clId="{4F8E0511-1D18-4443-87CF-8E38563F04ED}" dt="2024-12-04T14:53:38.367" v="146" actId="14100"/>
          <ac:picMkLst>
            <pc:docMk/>
            <pc:sldMk cId="370965268" sldId="259"/>
            <ac:picMk id="7" creationId="{5FE47A60-884D-C94B-32B2-030C831D2379}"/>
          </ac:picMkLst>
        </pc:picChg>
      </pc:sldChg>
      <pc:sldChg chg="addSp delSp modSp add mod modTransition delAnim modAnim">
        <pc:chgData name="Ruhani Jindal" userId="29e04c13-a62b-4946-9cb0-ed846c343292" providerId="ADAL" clId="{4F8E0511-1D18-4443-87CF-8E38563F04ED}" dt="2024-12-04T18:17:33.065" v="809" actId="478"/>
        <pc:sldMkLst>
          <pc:docMk/>
          <pc:sldMk cId="2790671536" sldId="260"/>
        </pc:sldMkLst>
        <pc:spChg chg="mod ord">
          <ac:chgData name="Ruhani Jindal" userId="29e04c13-a62b-4946-9cb0-ed846c343292" providerId="ADAL" clId="{4F8E0511-1D18-4443-87CF-8E38563F04ED}" dt="2024-12-04T15:52:39.092" v="310" actId="1076"/>
          <ac:spMkLst>
            <pc:docMk/>
            <pc:sldMk cId="2790671536" sldId="260"/>
            <ac:spMk id="2" creationId="{6DAFBE04-28F5-0909-CB90-E2171FAD3A8F}"/>
          </ac:spMkLst>
        </pc:spChg>
        <pc:spChg chg="del mod">
          <ac:chgData name="Ruhani Jindal" userId="29e04c13-a62b-4946-9cb0-ed846c343292" providerId="ADAL" clId="{4F8E0511-1D18-4443-87CF-8E38563F04ED}" dt="2024-12-04T18:17:33.065" v="809" actId="478"/>
          <ac:spMkLst>
            <pc:docMk/>
            <pc:sldMk cId="2790671536" sldId="260"/>
            <ac:spMk id="3" creationId="{973DDDC7-739F-2630-6409-FA2A25B14055}"/>
          </ac:spMkLst>
        </pc:spChg>
        <pc:picChg chg="del">
          <ac:chgData name="Ruhani Jindal" userId="29e04c13-a62b-4946-9cb0-ed846c343292" providerId="ADAL" clId="{4F8E0511-1D18-4443-87CF-8E38563F04ED}" dt="2024-12-04T14:46:54.203" v="130" actId="478"/>
          <ac:picMkLst>
            <pc:docMk/>
            <pc:sldMk cId="2790671536" sldId="260"/>
            <ac:picMk id="5" creationId="{AD404770-61DD-F8F1-C687-95D27818E143}"/>
          </ac:picMkLst>
        </pc:picChg>
        <pc:picChg chg="add del mod">
          <ac:chgData name="Ruhani Jindal" userId="29e04c13-a62b-4946-9cb0-ed846c343292" providerId="ADAL" clId="{4F8E0511-1D18-4443-87CF-8E38563F04ED}" dt="2024-12-04T15:53:09.017" v="313" actId="478"/>
          <ac:picMkLst>
            <pc:docMk/>
            <pc:sldMk cId="2790671536" sldId="260"/>
            <ac:picMk id="6" creationId="{A429AE16-4564-8ABE-17B4-FB8D6644E75D}"/>
          </ac:picMkLst>
        </pc:picChg>
        <pc:picChg chg="del">
          <ac:chgData name="Ruhani Jindal" userId="29e04c13-a62b-4946-9cb0-ed846c343292" providerId="ADAL" clId="{4F8E0511-1D18-4443-87CF-8E38563F04ED}" dt="2024-12-04T14:46:53.739" v="129" actId="478"/>
          <ac:picMkLst>
            <pc:docMk/>
            <pc:sldMk cId="2790671536" sldId="260"/>
            <ac:picMk id="7" creationId="{80739C63-27E5-059F-BB4F-3144FE95B924}"/>
          </ac:picMkLst>
        </pc:picChg>
        <pc:picChg chg="add mod ord modCrop">
          <ac:chgData name="Ruhani Jindal" userId="29e04c13-a62b-4946-9cb0-ed846c343292" providerId="ADAL" clId="{4F8E0511-1D18-4443-87CF-8E38563F04ED}" dt="2024-12-04T15:52:22.263" v="304" actId="167"/>
          <ac:picMkLst>
            <pc:docMk/>
            <pc:sldMk cId="2790671536" sldId="260"/>
            <ac:picMk id="9" creationId="{2B2A2BDA-8BF0-4A61-5364-88A0F1E0E37E}"/>
          </ac:picMkLst>
        </pc:picChg>
      </pc:sldChg>
      <pc:sldChg chg="addSp modSp add mod modTransition modAnim">
        <pc:chgData name="Ruhani Jindal" userId="29e04c13-a62b-4946-9cb0-ed846c343292" providerId="ADAL" clId="{4F8E0511-1D18-4443-87CF-8E38563F04ED}" dt="2024-12-04T18:13:24.828" v="806"/>
        <pc:sldMkLst>
          <pc:docMk/>
          <pc:sldMk cId="3029798715" sldId="261"/>
        </pc:sldMkLst>
        <pc:spChg chg="mod">
          <ac:chgData name="Ruhani Jindal" userId="29e04c13-a62b-4946-9cb0-ed846c343292" providerId="ADAL" clId="{4F8E0511-1D18-4443-87CF-8E38563F04ED}" dt="2024-12-04T15:53:18.436" v="314" actId="1076"/>
          <ac:spMkLst>
            <pc:docMk/>
            <pc:sldMk cId="3029798715" sldId="261"/>
            <ac:spMk id="2" creationId="{2D548773-81F9-8D61-8EF4-2F3F7B62E3E2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3029798715" sldId="261"/>
            <ac:spMk id="3" creationId="{0FE87825-8ACE-649C-0F12-7558CA95569A}"/>
          </ac:spMkLst>
        </pc:spChg>
        <pc:picChg chg="add mod ord">
          <ac:chgData name="Ruhani Jindal" userId="29e04c13-a62b-4946-9cb0-ed846c343292" providerId="ADAL" clId="{4F8E0511-1D18-4443-87CF-8E38563F04ED}" dt="2024-12-04T14:57:49.087" v="193" actId="166"/>
          <ac:picMkLst>
            <pc:docMk/>
            <pc:sldMk cId="3029798715" sldId="261"/>
            <ac:picMk id="5" creationId="{3FF6455E-AE31-3E92-EAEF-1A2AF5310ED2}"/>
          </ac:picMkLst>
        </pc:picChg>
        <pc:picChg chg="add mod ord">
          <ac:chgData name="Ruhani Jindal" userId="29e04c13-a62b-4946-9cb0-ed846c343292" providerId="ADAL" clId="{4F8E0511-1D18-4443-87CF-8E38563F04ED}" dt="2024-12-04T14:57:59.372" v="195" actId="166"/>
          <ac:picMkLst>
            <pc:docMk/>
            <pc:sldMk cId="3029798715" sldId="261"/>
            <ac:picMk id="7" creationId="{69E5771A-3BEF-E768-CA8D-50A0B96F19D9}"/>
          </ac:picMkLst>
        </pc:picChg>
      </pc:sldChg>
      <pc:sldChg chg="delSp modSp add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2736582431" sldId="262"/>
        </pc:sldMkLst>
        <pc:spChg chg="mod ord">
          <ac:chgData name="Ruhani Jindal" userId="29e04c13-a62b-4946-9cb0-ed846c343292" providerId="ADAL" clId="{4F8E0511-1D18-4443-87CF-8E38563F04ED}" dt="2024-12-04T15:52:12.425" v="303" actId="166"/>
          <ac:spMkLst>
            <pc:docMk/>
            <pc:sldMk cId="2736582431" sldId="262"/>
            <ac:spMk id="2" creationId="{B2EFAFC0-B8D6-0A61-41E5-A321E04B8829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2736582431" sldId="262"/>
            <ac:spMk id="3" creationId="{BEEBBDC0-B536-C51A-7CBE-1F1E7EA7F506}"/>
          </ac:spMkLst>
        </pc:spChg>
        <pc:picChg chg="mod">
          <ac:chgData name="Ruhani Jindal" userId="29e04c13-a62b-4946-9cb0-ed846c343292" providerId="ADAL" clId="{4F8E0511-1D18-4443-87CF-8E38563F04ED}" dt="2024-12-04T14:53:55.643" v="148" actId="14100"/>
          <ac:picMkLst>
            <pc:docMk/>
            <pc:sldMk cId="2736582431" sldId="262"/>
            <ac:picMk id="5" creationId="{B6AD7638-A91F-498E-2F49-CDA1BEFC96E0}"/>
          </ac:picMkLst>
        </pc:picChg>
        <pc:picChg chg="del">
          <ac:chgData name="Ruhani Jindal" userId="29e04c13-a62b-4946-9cb0-ed846c343292" providerId="ADAL" clId="{4F8E0511-1D18-4443-87CF-8E38563F04ED}" dt="2024-12-04T14:53:46.484" v="147" actId="478"/>
          <ac:picMkLst>
            <pc:docMk/>
            <pc:sldMk cId="2736582431" sldId="262"/>
            <ac:picMk id="7" creationId="{C433331E-9F83-7BEC-D73C-73FCF2D8F4DE}"/>
          </ac:picMkLst>
        </pc:picChg>
      </pc:sldChg>
      <pc:sldChg chg="delSp modSp add mod modTransition">
        <pc:chgData name="Ruhani Jindal" userId="29e04c13-a62b-4946-9cb0-ed846c343292" providerId="ADAL" clId="{4F8E0511-1D18-4443-87CF-8E38563F04ED}" dt="2024-12-04T18:17:29.454" v="808" actId="478"/>
        <pc:sldMkLst>
          <pc:docMk/>
          <pc:sldMk cId="3924107290" sldId="263"/>
        </pc:sldMkLst>
        <pc:spChg chg="mod ord">
          <ac:chgData name="Ruhani Jindal" userId="29e04c13-a62b-4946-9cb0-ed846c343292" providerId="ADAL" clId="{4F8E0511-1D18-4443-87CF-8E38563F04ED}" dt="2024-12-04T15:51:30.942" v="297" actId="27636"/>
          <ac:spMkLst>
            <pc:docMk/>
            <pc:sldMk cId="3924107290" sldId="263"/>
            <ac:spMk id="2" creationId="{27000226-32D0-E3FB-AB09-AD62190C108F}"/>
          </ac:spMkLst>
        </pc:spChg>
        <pc:spChg chg="del mod">
          <ac:chgData name="Ruhani Jindal" userId="29e04c13-a62b-4946-9cb0-ed846c343292" providerId="ADAL" clId="{4F8E0511-1D18-4443-87CF-8E38563F04ED}" dt="2024-12-04T18:17:29.454" v="808" actId="478"/>
          <ac:spMkLst>
            <pc:docMk/>
            <pc:sldMk cId="3924107290" sldId="263"/>
            <ac:spMk id="3" creationId="{E25C21B6-C3B4-448A-EC77-2DCBF18F4D85}"/>
          </ac:spMkLst>
        </pc:spChg>
        <pc:picChg chg="mod ord">
          <ac:chgData name="Ruhani Jindal" userId="29e04c13-a62b-4946-9cb0-ed846c343292" providerId="ADAL" clId="{4F8E0511-1D18-4443-87CF-8E38563F04ED}" dt="2024-12-04T15:52:56.551" v="312" actId="167"/>
          <ac:picMkLst>
            <pc:docMk/>
            <pc:sldMk cId="3924107290" sldId="263"/>
            <ac:picMk id="6" creationId="{441D98D6-29E2-6C43-091F-A6036EA8B2C4}"/>
          </ac:picMkLst>
        </pc:picChg>
        <pc:picChg chg="del">
          <ac:chgData name="Ruhani Jindal" userId="29e04c13-a62b-4946-9cb0-ed846c343292" providerId="ADAL" clId="{4F8E0511-1D18-4443-87CF-8E38563F04ED}" dt="2024-12-04T14:54:48.383" v="159" actId="478"/>
          <ac:picMkLst>
            <pc:docMk/>
            <pc:sldMk cId="3924107290" sldId="263"/>
            <ac:picMk id="9" creationId="{2CD8553D-62E1-C6AC-1482-A4CD1D776DB3}"/>
          </ac:picMkLst>
        </pc:picChg>
      </pc:sldChg>
      <pc:sldChg chg="addSp delSp modSp add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4195450447" sldId="264"/>
        </pc:sldMkLst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4195450447" sldId="264"/>
            <ac:spMk id="2" creationId="{22BABC37-FAEE-BF59-25B2-DCBDD80555EF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4195450447" sldId="264"/>
            <ac:spMk id="3" creationId="{5FD1A5C9-51E2-E23B-148C-6F4F3F2A17C3}"/>
          </ac:spMkLst>
        </pc:spChg>
        <pc:picChg chg="add del mod">
          <ac:chgData name="Ruhani Jindal" userId="29e04c13-a62b-4946-9cb0-ed846c343292" providerId="ADAL" clId="{4F8E0511-1D18-4443-87CF-8E38563F04ED}" dt="2024-12-04T16:51:08.503" v="748" actId="478"/>
          <ac:picMkLst>
            <pc:docMk/>
            <pc:sldMk cId="4195450447" sldId="264"/>
            <ac:picMk id="5" creationId="{D23AA4C3-498D-E969-81F9-94084DB95157}"/>
          </ac:picMkLst>
        </pc:picChg>
        <pc:picChg chg="add mod">
          <ac:chgData name="Ruhani Jindal" userId="29e04c13-a62b-4946-9cb0-ed846c343292" providerId="ADAL" clId="{4F8E0511-1D18-4443-87CF-8E38563F04ED}" dt="2024-12-04T16:51:38.471" v="752" actId="14100"/>
          <ac:picMkLst>
            <pc:docMk/>
            <pc:sldMk cId="4195450447" sldId="264"/>
            <ac:picMk id="7" creationId="{961E6B2B-93C4-CD4C-5742-B8FE5838C37D}"/>
          </ac:picMkLst>
        </pc:picChg>
      </pc:sldChg>
      <pc:sldChg chg="addSp delSp modSp add del mod modAnim">
        <pc:chgData name="Ruhani Jindal" userId="29e04c13-a62b-4946-9cb0-ed846c343292" providerId="ADAL" clId="{4F8E0511-1D18-4443-87CF-8E38563F04ED}" dt="2024-12-04T16:49:25.576" v="747" actId="47"/>
        <pc:sldMkLst>
          <pc:docMk/>
          <pc:sldMk cId="1725556330" sldId="265"/>
        </pc:sldMkLst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1725556330" sldId="265"/>
            <ac:spMk id="2" creationId="{E094BB24-CFA2-887F-252D-2541AA162EF2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1725556330" sldId="265"/>
            <ac:spMk id="3" creationId="{34C2808F-DA55-9019-7941-6A0C22D491CD}"/>
          </ac:spMkLst>
        </pc:spChg>
        <pc:picChg chg="add mod">
          <ac:chgData name="Ruhani Jindal" userId="29e04c13-a62b-4946-9cb0-ed846c343292" providerId="ADAL" clId="{4F8E0511-1D18-4443-87CF-8E38563F04ED}" dt="2024-12-04T15:32:18.932" v="244" actId="1076"/>
          <ac:picMkLst>
            <pc:docMk/>
            <pc:sldMk cId="1725556330" sldId="265"/>
            <ac:picMk id="5" creationId="{E893ABAF-58B6-E4DB-A63D-D2E6F6F389EB}"/>
          </ac:picMkLst>
        </pc:picChg>
        <pc:picChg chg="add del mod">
          <ac:chgData name="Ruhani Jindal" userId="29e04c13-a62b-4946-9cb0-ed846c343292" providerId="ADAL" clId="{4F8E0511-1D18-4443-87CF-8E38563F04ED}" dt="2024-12-04T15:22:24.559" v="239" actId="478"/>
          <ac:picMkLst>
            <pc:docMk/>
            <pc:sldMk cId="1725556330" sldId="265"/>
            <ac:picMk id="7" creationId="{C5684BC1-7269-3876-EB9F-7BA2876540AF}"/>
          </ac:picMkLst>
        </pc:picChg>
        <pc:picChg chg="add mod">
          <ac:chgData name="Ruhani Jindal" userId="29e04c13-a62b-4946-9cb0-ed846c343292" providerId="ADAL" clId="{4F8E0511-1D18-4443-87CF-8E38563F04ED}" dt="2024-12-04T15:32:22.396" v="245" actId="1076"/>
          <ac:picMkLst>
            <pc:docMk/>
            <pc:sldMk cId="1725556330" sldId="265"/>
            <ac:picMk id="9" creationId="{662DB0E5-B473-B0A8-2832-027B9161E40E}"/>
          </ac:picMkLst>
        </pc:picChg>
      </pc:sldChg>
      <pc:sldChg chg="addSp modSp add mod modTransition modAnim modShow">
        <pc:chgData name="Ruhani Jindal" userId="29e04c13-a62b-4946-9cb0-ed846c343292" providerId="ADAL" clId="{4F8E0511-1D18-4443-87CF-8E38563F04ED}" dt="2024-12-04T18:13:24.828" v="806"/>
        <pc:sldMkLst>
          <pc:docMk/>
          <pc:sldMk cId="3345653102" sldId="266"/>
        </pc:sldMkLst>
        <pc:spChg chg="mod">
          <ac:chgData name="Ruhani Jindal" userId="29e04c13-a62b-4946-9cb0-ed846c343292" providerId="ADAL" clId="{4F8E0511-1D18-4443-87CF-8E38563F04ED}" dt="2024-12-04T15:53:40.404" v="317" actId="1076"/>
          <ac:spMkLst>
            <pc:docMk/>
            <pc:sldMk cId="3345653102" sldId="266"/>
            <ac:spMk id="2" creationId="{5AC13C85-A98F-5C4C-D875-F1DAB5A30DA2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3345653102" sldId="266"/>
            <ac:spMk id="3" creationId="{750EF55F-AB75-D0CA-D26C-46DE932C4CBA}"/>
          </ac:spMkLst>
        </pc:spChg>
        <pc:picChg chg="add mod modCrop">
          <ac:chgData name="Ruhani Jindal" userId="29e04c13-a62b-4946-9cb0-ed846c343292" providerId="ADAL" clId="{4F8E0511-1D18-4443-87CF-8E38563F04ED}" dt="2024-12-04T15:36:00.052" v="267" actId="14100"/>
          <ac:picMkLst>
            <pc:docMk/>
            <pc:sldMk cId="3345653102" sldId="266"/>
            <ac:picMk id="5" creationId="{021286C9-AF8E-59BA-358A-2360C83CA614}"/>
          </ac:picMkLst>
        </pc:picChg>
        <pc:picChg chg="add mod modCrop">
          <ac:chgData name="Ruhani Jindal" userId="29e04c13-a62b-4946-9cb0-ed846c343292" providerId="ADAL" clId="{4F8E0511-1D18-4443-87CF-8E38563F04ED}" dt="2024-12-04T15:36:19.995" v="272" actId="1076"/>
          <ac:picMkLst>
            <pc:docMk/>
            <pc:sldMk cId="3345653102" sldId="266"/>
            <ac:picMk id="7" creationId="{172A7905-6250-1A07-BDC0-057E4BF05558}"/>
          </ac:picMkLst>
        </pc:picChg>
        <pc:picChg chg="add mod">
          <ac:chgData name="Ruhani Jindal" userId="29e04c13-a62b-4946-9cb0-ed846c343292" providerId="ADAL" clId="{4F8E0511-1D18-4443-87CF-8E38563F04ED}" dt="2024-12-04T15:39:04.990" v="274" actId="1076"/>
          <ac:picMkLst>
            <pc:docMk/>
            <pc:sldMk cId="3345653102" sldId="266"/>
            <ac:picMk id="9" creationId="{A9988CD3-C056-BF5F-AF92-C19514739B09}"/>
          </ac:picMkLst>
        </pc:picChg>
      </pc:sldChg>
      <pc:sldChg chg="addSp modSp add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1932382527" sldId="267"/>
        </pc:sldMkLst>
        <pc:spChg chg="mod ord">
          <ac:chgData name="Ruhani Jindal" userId="29e04c13-a62b-4946-9cb0-ed846c343292" providerId="ADAL" clId="{4F8E0511-1D18-4443-87CF-8E38563F04ED}" dt="2024-12-04T15:53:28.293" v="316" actId="1076"/>
          <ac:spMkLst>
            <pc:docMk/>
            <pc:sldMk cId="1932382527" sldId="267"/>
            <ac:spMk id="2" creationId="{E3A0590D-7FB6-CF21-A4BC-B2EEC5CDE813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1932382527" sldId="267"/>
            <ac:spMk id="3" creationId="{D048C1C6-30CA-0E58-93A2-FE4709481E9F}"/>
          </ac:spMkLst>
        </pc:spChg>
        <pc:picChg chg="add mod modCrop">
          <ac:chgData name="Ruhani Jindal" userId="29e04c13-a62b-4946-9cb0-ed846c343292" providerId="ADAL" clId="{4F8E0511-1D18-4443-87CF-8E38563F04ED}" dt="2024-12-04T15:09:40.138" v="209" actId="14100"/>
          <ac:picMkLst>
            <pc:docMk/>
            <pc:sldMk cId="1932382527" sldId="267"/>
            <ac:picMk id="5" creationId="{DEC854C3-931F-97E4-B2FA-95D4C48CCA15}"/>
          </ac:picMkLst>
        </pc:picChg>
      </pc:sldChg>
      <pc:sldChg chg="addSp delSp modSp add mod modTransition delAnim modAnim">
        <pc:chgData name="Ruhani Jindal" userId="29e04c13-a62b-4946-9cb0-ed846c343292" providerId="ADAL" clId="{4F8E0511-1D18-4443-87CF-8E38563F04ED}" dt="2024-12-04T18:13:24.828" v="806"/>
        <pc:sldMkLst>
          <pc:docMk/>
          <pc:sldMk cId="2121509387" sldId="268"/>
        </pc:sldMkLst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2121509387" sldId="268"/>
            <ac:spMk id="2" creationId="{252620F0-C383-63F2-C62D-4997EA79E658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2121509387" sldId="268"/>
            <ac:spMk id="3" creationId="{A1BB50A6-CE98-1684-A60D-FBE639B880D3}"/>
          </ac:spMkLst>
        </pc:spChg>
        <pc:picChg chg="add mod">
          <ac:chgData name="Ruhani Jindal" userId="29e04c13-a62b-4946-9cb0-ed846c343292" providerId="ADAL" clId="{4F8E0511-1D18-4443-87CF-8E38563F04ED}" dt="2024-12-04T18:09:41.365" v="799" actId="1076"/>
          <ac:picMkLst>
            <pc:docMk/>
            <pc:sldMk cId="2121509387" sldId="268"/>
            <ac:picMk id="5" creationId="{6B858608-708C-F34B-89F4-365086AD0003}"/>
          </ac:picMkLst>
        </pc:picChg>
        <pc:picChg chg="del">
          <ac:chgData name="Ruhani Jindal" userId="29e04c13-a62b-4946-9cb0-ed846c343292" providerId="ADAL" clId="{4F8E0511-1D18-4443-87CF-8E38563F04ED}" dt="2024-12-04T15:22:14.389" v="236" actId="478"/>
          <ac:picMkLst>
            <pc:docMk/>
            <pc:sldMk cId="2121509387" sldId="268"/>
            <ac:picMk id="5" creationId="{DE7C1CCB-63AD-B494-9734-EFE41A96AB5C}"/>
          </ac:picMkLst>
        </pc:picChg>
        <pc:picChg chg="add del">
          <ac:chgData name="Ruhani Jindal" userId="29e04c13-a62b-4946-9cb0-ed846c343292" providerId="ADAL" clId="{4F8E0511-1D18-4443-87CF-8E38563F04ED}" dt="2024-12-04T15:33:12.014" v="250" actId="478"/>
          <ac:picMkLst>
            <pc:docMk/>
            <pc:sldMk cId="2121509387" sldId="268"/>
            <ac:picMk id="6" creationId="{6D58A8D3-8962-CC46-B781-56EDA0E3F0A6}"/>
          </ac:picMkLst>
        </pc:picChg>
        <pc:picChg chg="mod">
          <ac:chgData name="Ruhani Jindal" userId="29e04c13-a62b-4946-9cb0-ed846c343292" providerId="ADAL" clId="{4F8E0511-1D18-4443-87CF-8E38563F04ED}" dt="2024-12-04T15:33:06.618" v="248" actId="14100"/>
          <ac:picMkLst>
            <pc:docMk/>
            <pc:sldMk cId="2121509387" sldId="268"/>
            <ac:picMk id="7" creationId="{31671BFB-D73F-90E8-35E0-B107F5A78C30}"/>
          </ac:picMkLst>
        </pc:picChg>
        <pc:picChg chg="add del mod">
          <ac:chgData name="Ruhani Jindal" userId="29e04c13-a62b-4946-9cb0-ed846c343292" providerId="ADAL" clId="{4F8E0511-1D18-4443-87CF-8E38563F04ED}" dt="2024-12-04T16:49:07.253" v="743" actId="478"/>
          <ac:picMkLst>
            <pc:docMk/>
            <pc:sldMk cId="2121509387" sldId="268"/>
            <ac:picMk id="9" creationId="{09A054B9-2975-E517-7508-FF04A974BFED}"/>
          </ac:picMkLst>
        </pc:picChg>
        <pc:picChg chg="add del mod">
          <ac:chgData name="Ruhani Jindal" userId="29e04c13-a62b-4946-9cb0-ed846c343292" providerId="ADAL" clId="{4F8E0511-1D18-4443-87CF-8E38563F04ED}" dt="2024-12-04T18:09:37.582" v="797" actId="478"/>
          <ac:picMkLst>
            <pc:docMk/>
            <pc:sldMk cId="2121509387" sldId="268"/>
            <ac:picMk id="11" creationId="{EBF3D5F9-4FD4-71AD-DC26-5A983A20249E}"/>
          </ac:picMkLst>
        </pc:picChg>
      </pc:sldChg>
      <pc:sldChg chg="addSp modSp new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3285966115" sldId="269"/>
        </pc:sldMkLst>
        <pc:spChg chg="mod">
          <ac:chgData name="Ruhani Jindal" userId="29e04c13-a62b-4946-9cb0-ed846c343292" providerId="ADAL" clId="{4F8E0511-1D18-4443-87CF-8E38563F04ED}" dt="2024-12-04T15:53:46.838" v="319" actId="1076"/>
          <ac:spMkLst>
            <pc:docMk/>
            <pc:sldMk cId="3285966115" sldId="269"/>
            <ac:spMk id="2" creationId="{E3D4B75B-15DA-2917-D9E0-599620C8DD67}"/>
          </ac:spMkLst>
        </pc:spChg>
        <pc:spChg chg="mod">
          <ac:chgData name="Ruhani Jindal" userId="29e04c13-a62b-4946-9cb0-ed846c343292" providerId="ADAL" clId="{4F8E0511-1D18-4443-87CF-8E38563F04ED}" dt="2024-12-04T15:51:30.758" v="296"/>
          <ac:spMkLst>
            <pc:docMk/>
            <pc:sldMk cId="3285966115" sldId="269"/>
            <ac:spMk id="3" creationId="{96CCDECC-48E6-EEC7-D907-F2E50F06D0B5}"/>
          </ac:spMkLst>
        </pc:spChg>
        <pc:picChg chg="add mod modCrop">
          <ac:chgData name="Ruhani Jindal" userId="29e04c13-a62b-4946-9cb0-ed846c343292" providerId="ADAL" clId="{4F8E0511-1D18-4443-87CF-8E38563F04ED}" dt="2024-12-04T16:52:01.421" v="755" actId="732"/>
          <ac:picMkLst>
            <pc:docMk/>
            <pc:sldMk cId="3285966115" sldId="269"/>
            <ac:picMk id="5" creationId="{3062FF36-5B36-A7C1-95CE-B40680BCD011}"/>
          </ac:picMkLst>
        </pc:picChg>
        <pc:picChg chg="add mod">
          <ac:chgData name="Ruhani Jindal" userId="29e04c13-a62b-4946-9cb0-ed846c343292" providerId="ADAL" clId="{4F8E0511-1D18-4443-87CF-8E38563F04ED}" dt="2024-12-04T16:52:06.024" v="757" actId="1076"/>
          <ac:picMkLst>
            <pc:docMk/>
            <pc:sldMk cId="3285966115" sldId="269"/>
            <ac:picMk id="7" creationId="{CFA3CD42-ABA7-4858-DC7F-32EBF3D9BC8C}"/>
          </ac:picMkLst>
        </pc:picChg>
      </pc:sldChg>
      <pc:sldChg chg="modSp new del mod">
        <pc:chgData name="Ruhani Jindal" userId="29e04c13-a62b-4946-9cb0-ed846c343292" providerId="ADAL" clId="{4F8E0511-1D18-4443-87CF-8E38563F04ED}" dt="2024-12-04T16:42:37.062" v="556" actId="47"/>
        <pc:sldMkLst>
          <pc:docMk/>
          <pc:sldMk cId="1702116221" sldId="270"/>
        </pc:sldMkLst>
        <pc:spChg chg="mod">
          <ac:chgData name="Ruhani Jindal" userId="29e04c13-a62b-4946-9cb0-ed846c343292" providerId="ADAL" clId="{4F8E0511-1D18-4443-87CF-8E38563F04ED}" dt="2024-12-04T15:54:05.651" v="342" actId="20577"/>
          <ac:spMkLst>
            <pc:docMk/>
            <pc:sldMk cId="1702116221" sldId="270"/>
            <ac:spMk id="2" creationId="{28C1749F-AE5C-7CD5-480A-F26CE600E6E4}"/>
          </ac:spMkLst>
        </pc:spChg>
      </pc:sldChg>
      <pc:sldChg chg="addSp delSp modSp add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3513226177" sldId="271"/>
        </pc:sldMkLst>
        <pc:spChg chg="mod">
          <ac:chgData name="Ruhani Jindal" userId="29e04c13-a62b-4946-9cb0-ed846c343292" providerId="ADAL" clId="{4F8E0511-1D18-4443-87CF-8E38563F04ED}" dt="2024-12-04T16:12:09.163" v="389" actId="20577"/>
          <ac:spMkLst>
            <pc:docMk/>
            <pc:sldMk cId="3513226177" sldId="271"/>
            <ac:spMk id="2" creationId="{4678D683-2818-7AE5-A6D3-E2E9CC01543A}"/>
          </ac:spMkLst>
        </pc:spChg>
        <pc:spChg chg="del">
          <ac:chgData name="Ruhani Jindal" userId="29e04c13-a62b-4946-9cb0-ed846c343292" providerId="ADAL" clId="{4F8E0511-1D18-4443-87CF-8E38563F04ED}" dt="2024-12-04T16:12:22.303" v="390" actId="478"/>
          <ac:spMkLst>
            <pc:docMk/>
            <pc:sldMk cId="3513226177" sldId="271"/>
            <ac:spMk id="3" creationId="{50DE5DD9-897E-CF1E-8959-9F28CE479D5E}"/>
          </ac:spMkLst>
        </pc:spChg>
        <pc:spChg chg="add mod">
          <ac:chgData name="Ruhani Jindal" userId="29e04c13-a62b-4946-9cb0-ed846c343292" providerId="ADAL" clId="{4F8E0511-1D18-4443-87CF-8E38563F04ED}" dt="2024-12-04T16:12:22.303" v="390" actId="478"/>
          <ac:spMkLst>
            <pc:docMk/>
            <pc:sldMk cId="3513226177" sldId="271"/>
            <ac:spMk id="6" creationId="{B0CED386-821E-E026-44BC-1068C7B6C380}"/>
          </ac:spMkLst>
        </pc:spChg>
        <pc:picChg chg="del">
          <ac:chgData name="Ruhani Jindal" userId="29e04c13-a62b-4946-9cb0-ed846c343292" providerId="ADAL" clId="{4F8E0511-1D18-4443-87CF-8E38563F04ED}" dt="2024-12-04T16:12:26.088" v="393" actId="478"/>
          <ac:picMkLst>
            <pc:docMk/>
            <pc:sldMk cId="3513226177" sldId="271"/>
            <ac:picMk id="5" creationId="{F687A908-D1D0-8F60-C67B-2ACBBAE72C05}"/>
          </ac:picMkLst>
        </pc:picChg>
        <pc:picChg chg="add del mod">
          <ac:chgData name="Ruhani Jindal" userId="29e04c13-a62b-4946-9cb0-ed846c343292" providerId="ADAL" clId="{4F8E0511-1D18-4443-87CF-8E38563F04ED}" dt="2024-12-04T16:13:18.237" v="396" actId="478"/>
          <ac:picMkLst>
            <pc:docMk/>
            <pc:sldMk cId="3513226177" sldId="271"/>
            <ac:picMk id="8" creationId="{577AF5C6-43D0-80CB-BBCF-DBDF4A49D760}"/>
          </ac:picMkLst>
        </pc:picChg>
        <pc:picChg chg="add mod">
          <ac:chgData name="Ruhani Jindal" userId="29e04c13-a62b-4946-9cb0-ed846c343292" providerId="ADAL" clId="{4F8E0511-1D18-4443-87CF-8E38563F04ED}" dt="2024-12-04T16:13:19.627" v="397" actId="1076"/>
          <ac:picMkLst>
            <pc:docMk/>
            <pc:sldMk cId="3513226177" sldId="271"/>
            <ac:picMk id="10" creationId="{E4C49D4C-F21F-0EBA-E67D-C4F544C5334B}"/>
          </ac:picMkLst>
        </pc:picChg>
      </pc:sldChg>
      <pc:sldChg chg="addSp modSp new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552621453" sldId="272"/>
        </pc:sldMkLst>
        <pc:spChg chg="mod">
          <ac:chgData name="Ruhani Jindal" userId="29e04c13-a62b-4946-9cb0-ed846c343292" providerId="ADAL" clId="{4F8E0511-1D18-4443-87CF-8E38563F04ED}" dt="2024-12-04T16:13:52.607" v="412" actId="20577"/>
          <ac:spMkLst>
            <pc:docMk/>
            <pc:sldMk cId="552621453" sldId="272"/>
            <ac:spMk id="2" creationId="{9D40D5CA-A0DC-5337-1AF6-471730CBFF1E}"/>
          </ac:spMkLst>
        </pc:spChg>
        <pc:spChg chg="add">
          <ac:chgData name="Ruhani Jindal" userId="29e04c13-a62b-4946-9cb0-ed846c343292" providerId="ADAL" clId="{4F8E0511-1D18-4443-87CF-8E38563F04ED}" dt="2024-12-04T16:35:11.944" v="413" actId="11529"/>
          <ac:spMkLst>
            <pc:docMk/>
            <pc:sldMk cId="552621453" sldId="272"/>
            <ac:spMk id="4" creationId="{530D72F0-2BCA-F528-ACB9-D2BC80E97C0A}"/>
          </ac:spMkLst>
        </pc:spChg>
        <pc:spChg chg="add">
          <ac:chgData name="Ruhani Jindal" userId="29e04c13-a62b-4946-9cb0-ed846c343292" providerId="ADAL" clId="{4F8E0511-1D18-4443-87CF-8E38563F04ED}" dt="2024-12-04T16:35:38.216" v="414" actId="11529"/>
          <ac:spMkLst>
            <pc:docMk/>
            <pc:sldMk cId="552621453" sldId="272"/>
            <ac:spMk id="5" creationId="{D271D7F0-2D99-20FE-DF81-866226494759}"/>
          </ac:spMkLst>
        </pc:spChg>
        <pc:spChg chg="add">
          <ac:chgData name="Ruhani Jindal" userId="29e04c13-a62b-4946-9cb0-ed846c343292" providerId="ADAL" clId="{4F8E0511-1D18-4443-87CF-8E38563F04ED}" dt="2024-12-04T16:36:13.803" v="415" actId="11529"/>
          <ac:spMkLst>
            <pc:docMk/>
            <pc:sldMk cId="552621453" sldId="272"/>
            <ac:spMk id="6" creationId="{B2BA8755-1441-2BE3-7B40-96C9C97AAF06}"/>
          </ac:spMkLst>
        </pc:spChg>
        <pc:spChg chg="add mod">
          <ac:chgData name="Ruhani Jindal" userId="29e04c13-a62b-4946-9cb0-ed846c343292" providerId="ADAL" clId="{4F8E0511-1D18-4443-87CF-8E38563F04ED}" dt="2024-12-04T16:36:24.542" v="417" actId="1076"/>
          <ac:spMkLst>
            <pc:docMk/>
            <pc:sldMk cId="552621453" sldId="272"/>
            <ac:spMk id="7" creationId="{7B677943-B2CB-EEC6-5313-E6A41FE36803}"/>
          </ac:spMkLst>
        </pc:spChg>
        <pc:spChg chg="add mod">
          <ac:chgData name="Ruhani Jindal" userId="29e04c13-a62b-4946-9cb0-ed846c343292" providerId="ADAL" clId="{4F8E0511-1D18-4443-87CF-8E38563F04ED}" dt="2024-12-04T16:36:52.672" v="425" actId="1076"/>
          <ac:spMkLst>
            <pc:docMk/>
            <pc:sldMk cId="552621453" sldId="272"/>
            <ac:spMk id="8" creationId="{B67D583A-7FC1-BE12-63EE-55D0B64091D2}"/>
          </ac:spMkLst>
        </pc:spChg>
      </pc:sldChg>
      <pc:sldChg chg="add del">
        <pc:chgData name="Ruhani Jindal" userId="29e04c13-a62b-4946-9cb0-ed846c343292" providerId="ADAL" clId="{4F8E0511-1D18-4443-87CF-8E38563F04ED}" dt="2024-12-04T16:37:07.971" v="427" actId="47"/>
        <pc:sldMkLst>
          <pc:docMk/>
          <pc:sldMk cId="1580437342" sldId="273"/>
        </pc:sldMkLst>
      </pc:sldChg>
      <pc:sldChg chg="addSp delSp modSp new mod ord modTransition">
        <pc:chgData name="Ruhani Jindal" userId="29e04c13-a62b-4946-9cb0-ed846c343292" providerId="ADAL" clId="{4F8E0511-1D18-4443-87CF-8E38563F04ED}" dt="2024-12-04T18:13:24.828" v="806"/>
        <pc:sldMkLst>
          <pc:docMk/>
          <pc:sldMk cId="1704077733" sldId="273"/>
        </pc:sldMkLst>
        <pc:spChg chg="mod">
          <ac:chgData name="Ruhani Jindal" userId="29e04c13-a62b-4946-9cb0-ed846c343292" providerId="ADAL" clId="{4F8E0511-1D18-4443-87CF-8E38563F04ED}" dt="2024-12-04T16:37:21.827" v="448" actId="20577"/>
          <ac:spMkLst>
            <pc:docMk/>
            <pc:sldMk cId="1704077733" sldId="273"/>
            <ac:spMk id="2" creationId="{D3FA095A-81B3-3600-F35F-B9A85501BC8F}"/>
          </ac:spMkLst>
        </pc:spChg>
        <pc:spChg chg="add del mod">
          <ac:chgData name="Ruhani Jindal" userId="29e04c13-a62b-4946-9cb0-ed846c343292" providerId="ADAL" clId="{4F8E0511-1D18-4443-87CF-8E38563F04ED}" dt="2024-12-04T16:41:12.985" v="555" actId="20577"/>
          <ac:spMkLst>
            <pc:docMk/>
            <pc:sldMk cId="1704077733" sldId="273"/>
            <ac:spMk id="3" creationId="{30D25D72-62BA-EE67-E12D-2D676B5B86D2}"/>
          </ac:spMkLst>
        </pc:spChg>
        <pc:spChg chg="add mod">
          <ac:chgData name="Ruhani Jindal" userId="29e04c13-a62b-4946-9cb0-ed846c343292" providerId="ADAL" clId="{4F8E0511-1D18-4443-87CF-8E38563F04ED}" dt="2024-12-04T16:39:18.801" v="450"/>
          <ac:spMkLst>
            <pc:docMk/>
            <pc:sldMk cId="1704077733" sldId="273"/>
            <ac:spMk id="4" creationId="{B4BFC48D-B739-7E13-F412-48242D956907}"/>
          </ac:spMkLst>
        </pc:spChg>
        <pc:spChg chg="add">
          <ac:chgData name="Ruhani Jindal" userId="29e04c13-a62b-4946-9cb0-ed846c343292" providerId="ADAL" clId="{4F8E0511-1D18-4443-87CF-8E38563F04ED}" dt="2024-12-04T16:40:53.677" v="531"/>
          <ac:spMkLst>
            <pc:docMk/>
            <pc:sldMk cId="1704077733" sldId="273"/>
            <ac:spMk id="5" creationId="{191B6744-CE3E-49BB-96E9-876F53691FF6}"/>
          </ac:spMkLst>
        </pc:spChg>
      </pc:sldChg>
      <pc:sldChg chg="delSp modSp add mod modTransition setBg delDesignElem">
        <pc:chgData name="Ruhani Jindal" userId="29e04c13-a62b-4946-9cb0-ed846c343292" providerId="ADAL" clId="{4F8E0511-1D18-4443-87CF-8E38563F04ED}" dt="2024-12-04T18:13:24.828" v="806"/>
        <pc:sldMkLst>
          <pc:docMk/>
          <pc:sldMk cId="3946090782" sldId="274"/>
        </pc:sldMkLst>
        <pc:spChg chg="mod">
          <ac:chgData name="Ruhani Jindal" userId="29e04c13-a62b-4946-9cb0-ed846c343292" providerId="ADAL" clId="{4F8E0511-1D18-4443-87CF-8E38563F04ED}" dt="2024-12-04T16:42:56.899" v="559" actId="207"/>
          <ac:spMkLst>
            <pc:docMk/>
            <pc:sldMk cId="3946090782" sldId="274"/>
            <ac:spMk id="2" creationId="{D8C08C5E-73F4-0772-2EC2-9F47A2C994BB}"/>
          </ac:spMkLst>
        </pc:spChg>
        <pc:spChg chg="del">
          <ac:chgData name="Ruhani Jindal" userId="29e04c13-a62b-4946-9cb0-ed846c343292" providerId="ADAL" clId="{4F8E0511-1D18-4443-87CF-8E38563F04ED}" dt="2024-12-04T16:42:37.669" v="558"/>
          <ac:spMkLst>
            <pc:docMk/>
            <pc:sldMk cId="3946090782" sldId="274"/>
            <ac:spMk id="8" creationId="{71B2258F-86CA-4D4D-8270-BC05FCDEBFB3}"/>
          </ac:spMkLst>
        </pc:spChg>
      </pc:sldChg>
      <pc:sldChg chg="modSp new mod modTransition">
        <pc:chgData name="Ruhani Jindal" userId="29e04c13-a62b-4946-9cb0-ed846c343292" providerId="ADAL" clId="{4F8E0511-1D18-4443-87CF-8E38563F04ED}" dt="2024-12-04T18:13:24.828" v="806"/>
        <pc:sldMkLst>
          <pc:docMk/>
          <pc:sldMk cId="3934283879" sldId="275"/>
        </pc:sldMkLst>
        <pc:spChg chg="mod">
          <ac:chgData name="Ruhani Jindal" userId="29e04c13-a62b-4946-9cb0-ed846c343292" providerId="ADAL" clId="{4F8E0511-1D18-4443-87CF-8E38563F04ED}" dt="2024-12-04T16:43:45.202" v="584" actId="20577"/>
          <ac:spMkLst>
            <pc:docMk/>
            <pc:sldMk cId="3934283879" sldId="275"/>
            <ac:spMk id="2" creationId="{F6DCDE0F-4A45-BF4F-8CCC-ADE4D0CBF7E3}"/>
          </ac:spMkLst>
        </pc:spChg>
        <pc:spChg chg="mod">
          <ac:chgData name="Ruhani Jindal" userId="29e04c13-a62b-4946-9cb0-ed846c343292" providerId="ADAL" clId="{4F8E0511-1D18-4443-87CF-8E38563F04ED}" dt="2024-12-04T16:45:01.984" v="742" actId="20577"/>
          <ac:spMkLst>
            <pc:docMk/>
            <pc:sldMk cId="3934283879" sldId="275"/>
            <ac:spMk id="3" creationId="{0EC50373-8889-961B-CC48-372D75A979E3}"/>
          </ac:spMkLst>
        </pc:spChg>
      </pc:sldChg>
      <pc:sldChg chg="addSp delSp modSp add mod modTransition delAnim modAnim">
        <pc:chgData name="Ruhani Jindal" userId="29e04c13-a62b-4946-9cb0-ed846c343292" providerId="ADAL" clId="{4F8E0511-1D18-4443-87CF-8E38563F04ED}" dt="2024-12-04T18:13:24.828" v="806"/>
        <pc:sldMkLst>
          <pc:docMk/>
          <pc:sldMk cId="1669683195" sldId="276"/>
        </pc:sldMkLst>
        <pc:picChg chg="add del mod">
          <ac:chgData name="Ruhani Jindal" userId="29e04c13-a62b-4946-9cb0-ed846c343292" providerId="ADAL" clId="{4F8E0511-1D18-4443-87CF-8E38563F04ED}" dt="2024-12-04T18:10:33.604" v="801" actId="478"/>
          <ac:picMkLst>
            <pc:docMk/>
            <pc:sldMk cId="1669683195" sldId="276"/>
            <ac:picMk id="6" creationId="{3D213629-5F50-00AF-AECC-AFCFD8DBB1E6}"/>
          </ac:picMkLst>
        </pc:picChg>
        <pc:picChg chg="del">
          <ac:chgData name="Ruhani Jindal" userId="29e04c13-a62b-4946-9cb0-ed846c343292" providerId="ADAL" clId="{4F8E0511-1D18-4443-87CF-8E38563F04ED}" dt="2024-12-04T17:59:20.338" v="762" actId="478"/>
          <ac:picMkLst>
            <pc:docMk/>
            <pc:sldMk cId="1669683195" sldId="276"/>
            <ac:picMk id="9" creationId="{8E0708C3-E694-EF2C-6AB9-95D3FEC76F44}"/>
          </ac:picMkLst>
        </pc:picChg>
        <pc:picChg chg="add mod">
          <ac:chgData name="Ruhani Jindal" userId="29e04c13-a62b-4946-9cb0-ed846c343292" providerId="ADAL" clId="{4F8E0511-1D18-4443-87CF-8E38563F04ED}" dt="2024-12-04T18:10:37.254" v="803" actId="1076"/>
          <ac:picMkLst>
            <pc:docMk/>
            <pc:sldMk cId="1669683195" sldId="276"/>
            <ac:picMk id="10" creationId="{69303828-A2FD-0624-709C-A61099097FFD}"/>
          </ac:picMkLst>
        </pc:picChg>
      </pc:sldChg>
      <pc:sldChg chg="addSp delSp modSp new mod ord modTransition delAnim modAnim">
        <pc:chgData name="Ruhani Jindal" userId="29e04c13-a62b-4946-9cb0-ed846c343292" providerId="ADAL" clId="{4F8E0511-1D18-4443-87CF-8E38563F04ED}" dt="2024-12-04T18:13:24.828" v="806"/>
        <pc:sldMkLst>
          <pc:docMk/>
          <pc:sldMk cId="341213062" sldId="277"/>
        </pc:sldMkLst>
        <pc:spChg chg="mod">
          <ac:chgData name="Ruhani Jindal" userId="29e04c13-a62b-4946-9cb0-ed846c343292" providerId="ADAL" clId="{4F8E0511-1D18-4443-87CF-8E38563F04ED}" dt="2024-12-04T18:01:09.740" v="778" actId="1076"/>
          <ac:spMkLst>
            <pc:docMk/>
            <pc:sldMk cId="341213062" sldId="277"/>
            <ac:spMk id="2" creationId="{E837524D-9320-8E42-6D9F-59A074584419}"/>
          </ac:spMkLst>
        </pc:spChg>
        <pc:picChg chg="add mod">
          <ac:chgData name="Ruhani Jindal" userId="29e04c13-a62b-4946-9cb0-ed846c343292" providerId="ADAL" clId="{4F8E0511-1D18-4443-87CF-8E38563F04ED}" dt="2024-12-04T18:01:11.880" v="779" actId="1076"/>
          <ac:picMkLst>
            <pc:docMk/>
            <pc:sldMk cId="341213062" sldId="277"/>
            <ac:picMk id="5" creationId="{E7AEA5A7-7A87-954C-19D6-71033227F476}"/>
          </ac:picMkLst>
        </pc:picChg>
        <pc:picChg chg="add mod">
          <ac:chgData name="Ruhani Jindal" userId="29e04c13-a62b-4946-9cb0-ed846c343292" providerId="ADAL" clId="{4F8E0511-1D18-4443-87CF-8E38563F04ED}" dt="2024-12-04T18:01:14.516" v="780" actId="1076"/>
          <ac:picMkLst>
            <pc:docMk/>
            <pc:sldMk cId="341213062" sldId="277"/>
            <ac:picMk id="7" creationId="{DD4B611E-027E-78DE-2A77-97132677911A}"/>
          </ac:picMkLst>
        </pc:picChg>
        <pc:picChg chg="add mod">
          <ac:chgData name="Ruhani Jindal" userId="29e04c13-a62b-4946-9cb0-ed846c343292" providerId="ADAL" clId="{4F8E0511-1D18-4443-87CF-8E38563F04ED}" dt="2024-12-04T18:01:41.154" v="784" actId="1076"/>
          <ac:picMkLst>
            <pc:docMk/>
            <pc:sldMk cId="341213062" sldId="277"/>
            <ac:picMk id="9" creationId="{F21DDE93-2589-86CF-A4B1-DA2B886F291A}"/>
          </ac:picMkLst>
        </pc:picChg>
        <pc:picChg chg="add del">
          <ac:chgData name="Ruhani Jindal" userId="29e04c13-a62b-4946-9cb0-ed846c343292" providerId="ADAL" clId="{4F8E0511-1D18-4443-87CF-8E38563F04ED}" dt="2024-12-04T18:02:11.733" v="788" actId="478"/>
          <ac:picMkLst>
            <pc:docMk/>
            <pc:sldMk cId="341213062" sldId="277"/>
            <ac:picMk id="11" creationId="{E8D17A92-7EEF-8D21-F1BA-73326CF45643}"/>
          </ac:picMkLst>
        </pc:picChg>
        <pc:picChg chg="add">
          <ac:chgData name="Ruhani Jindal" userId="29e04c13-a62b-4946-9cb0-ed846c343292" providerId="ADAL" clId="{4F8E0511-1D18-4443-87CF-8E38563F04ED}" dt="2024-12-04T18:02:22.439" v="789" actId="22"/>
          <ac:picMkLst>
            <pc:docMk/>
            <pc:sldMk cId="341213062" sldId="277"/>
            <ac:picMk id="13" creationId="{6E82F2C4-62E7-A5AD-63B8-F5B3C8BFC0E9}"/>
          </ac:picMkLst>
        </pc:picChg>
        <pc:picChg chg="add mod">
          <ac:chgData name="Ruhani Jindal" userId="29e04c13-a62b-4946-9cb0-ed846c343292" providerId="ADAL" clId="{4F8E0511-1D18-4443-87CF-8E38563F04ED}" dt="2024-12-04T18:02:48.763" v="792" actId="1076"/>
          <ac:picMkLst>
            <pc:docMk/>
            <pc:sldMk cId="341213062" sldId="277"/>
            <ac:picMk id="15" creationId="{C52E80D0-77CA-C266-A924-919E03DB57A5}"/>
          </ac:picMkLst>
        </pc:picChg>
        <pc:picChg chg="add mod">
          <ac:chgData name="Ruhani Jindal" userId="29e04c13-a62b-4946-9cb0-ed846c343292" providerId="ADAL" clId="{4F8E0511-1D18-4443-87CF-8E38563F04ED}" dt="2024-12-04T18:03:11.055" v="795" actId="1076"/>
          <ac:picMkLst>
            <pc:docMk/>
            <pc:sldMk cId="341213062" sldId="277"/>
            <ac:picMk id="17" creationId="{0BCECA9B-A9CE-E1AA-AB04-6E8F2C33BFDB}"/>
          </ac:picMkLst>
        </pc:picChg>
      </pc:sldChg>
      <pc:sldMasterChg chg="modTransition modSldLayout">
        <pc:chgData name="Ruhani Jindal" userId="29e04c13-a62b-4946-9cb0-ed846c343292" providerId="ADAL" clId="{4F8E0511-1D18-4443-87CF-8E38563F04ED}" dt="2024-12-04T18:13:24.828" v="806"/>
        <pc:sldMasterMkLst>
          <pc:docMk/>
          <pc:sldMasterMk cId="3932831070" sldId="2147483672"/>
        </pc:sldMasterMkLst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368321226" sldId="2147483673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3994460040" sldId="2147483674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2473263154" sldId="2147483675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3107304198" sldId="2147483676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761783192" sldId="2147483677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2972068033" sldId="2147483678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1640774667" sldId="2147483679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1378561112" sldId="2147483680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3555885754" sldId="2147483681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3107491724" sldId="2147483682"/>
          </pc:sldLayoutMkLst>
        </pc:sldLayoutChg>
        <pc:sldLayoutChg chg="modTransition">
          <pc:chgData name="Ruhani Jindal" userId="29e04c13-a62b-4946-9cb0-ed846c343292" providerId="ADAL" clId="{4F8E0511-1D18-4443-87CF-8E38563F04ED}" dt="2024-12-04T18:13:24.828" v="806"/>
          <pc:sldLayoutMkLst>
            <pc:docMk/>
            <pc:sldMasterMk cId="3932831070" sldId="2147483672"/>
            <pc:sldLayoutMk cId="459601470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E8B2C-F1E9-4CF1-851F-960BF008855F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54D1F-1F35-492F-BEF1-E416DDE7A1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5991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54D1F-1F35-492F-BEF1-E416DDE7A1C3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1769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C134-C0C3-CC6E-8B7D-DCDB3340A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B758C-A60D-483C-1474-6B0D8F8B1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DC331-8428-ED97-DB52-A1C4E1947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3C723-72BF-7D35-5307-99A60B0D7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54D1F-1F35-492F-BEF1-E416DDE7A1C3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9640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54D1F-1F35-492F-BEF1-E416DDE7A1C3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4741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321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446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CA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3263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7304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783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068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0774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561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5885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7491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9601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FA84BBF-0240-40C8-868B-DA70799E5D93}" type="datetimeFigureOut">
              <a:rPr lang="en-CA" smtClean="0"/>
              <a:t>04-Dec-24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6F72619-A2B1-4D9E-BCF0-825E49399C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83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68F3-8CC8-B8DF-B841-C3E3367D2D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sz="8800" dirty="0"/>
              <a:t>Project 2/December Midterm DMII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1A788-176E-4B5C-A5F1-20AED8E2A6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By: Ruhani Jindal</a:t>
            </a:r>
          </a:p>
        </p:txBody>
      </p:sp>
    </p:spTree>
    <p:extLst>
      <p:ext uri="{BB962C8B-B14F-4D97-AF65-F5344CB8AC3E}">
        <p14:creationId xmlns:p14="http://schemas.microsoft.com/office/powerpoint/2010/main" val="6925801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58621-C646-9697-EFD8-90AD7F17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40166-DAD1-5CBB-58B2-9F7E5E67B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Shape Race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68213-617E-97DC-FE6E-4C7CA28D9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132" y="1377353"/>
            <a:ext cx="508635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991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A908-01E4-1AE7-84B4-F907C264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D683-2818-7AE5-A6D3-E2E9CC01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Description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ED386-821E-E026-44BC-1068C7B6C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C49D4C-F21F-0EBA-E67D-C4F544C53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1389"/>
            <a:ext cx="12192000" cy="414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26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CDE0F-4A45-BF4F-8CCC-ADE4D0CB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Types of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50373-8889-961B-CC48-372D75A97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Keyboard</a:t>
            </a:r>
          </a:p>
          <a:p>
            <a:pPr lvl="1"/>
            <a:r>
              <a:rPr lang="en-CA" dirty="0"/>
              <a:t>Control player triangle and heart</a:t>
            </a:r>
          </a:p>
          <a:p>
            <a:pPr lvl="1"/>
            <a:r>
              <a:rPr lang="en-CA" dirty="0"/>
              <a:t>Rotate players</a:t>
            </a:r>
          </a:p>
          <a:p>
            <a:pPr lvl="1"/>
            <a:r>
              <a:rPr lang="en-CA" dirty="0"/>
              <a:t>Change colours of players</a:t>
            </a:r>
          </a:p>
          <a:p>
            <a:pPr lvl="1"/>
            <a:endParaRPr lang="en-CA" dirty="0"/>
          </a:p>
          <a:p>
            <a:r>
              <a:rPr lang="en-CA" dirty="0"/>
              <a:t>Mouse</a:t>
            </a:r>
          </a:p>
          <a:p>
            <a:pPr lvl="1"/>
            <a:r>
              <a:rPr lang="en-CA" dirty="0"/>
              <a:t>Control circle player</a:t>
            </a:r>
          </a:p>
          <a:p>
            <a:pPr lvl="1"/>
            <a:r>
              <a:rPr lang="en-CA" dirty="0"/>
              <a:t>Change colours of player based on mouse position</a:t>
            </a:r>
          </a:p>
          <a:p>
            <a:pPr marL="27432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34283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D5CA-A0DC-5337-1AF6-471730CB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Rough sketch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8A115-CD33-ECB2-6EA8-6706D5662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30D72F0-2BCA-F528-ACB9-D2BC80E97C0A}"/>
              </a:ext>
            </a:extLst>
          </p:cNvPr>
          <p:cNvSpPr/>
          <p:nvPr/>
        </p:nvSpPr>
        <p:spPr>
          <a:xfrm>
            <a:off x="2812648" y="3611301"/>
            <a:ext cx="1169043" cy="101857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71D7F0-2D99-20FE-DF81-866226494759}"/>
              </a:ext>
            </a:extLst>
          </p:cNvPr>
          <p:cNvSpPr/>
          <p:nvPr/>
        </p:nvSpPr>
        <p:spPr>
          <a:xfrm>
            <a:off x="5266481" y="2777924"/>
            <a:ext cx="266218" cy="2546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BA8755-1441-2BE3-7B40-96C9C97AAF06}"/>
              </a:ext>
            </a:extLst>
          </p:cNvPr>
          <p:cNvSpPr/>
          <p:nvPr/>
        </p:nvSpPr>
        <p:spPr>
          <a:xfrm>
            <a:off x="8264324" y="3059999"/>
            <a:ext cx="682906" cy="7480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677943-B2CB-EEC6-5313-E6A41FE36803}"/>
              </a:ext>
            </a:extLst>
          </p:cNvPr>
          <p:cNvSpPr/>
          <p:nvPr/>
        </p:nvSpPr>
        <p:spPr>
          <a:xfrm>
            <a:off x="8866207" y="3083148"/>
            <a:ext cx="682906" cy="7480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67D583A-7FC1-BE12-63EE-55D0B64091D2}"/>
              </a:ext>
            </a:extLst>
          </p:cNvPr>
          <p:cNvSpPr/>
          <p:nvPr/>
        </p:nvSpPr>
        <p:spPr>
          <a:xfrm rot="11017706">
            <a:off x="8277080" y="3606951"/>
            <a:ext cx="1178251" cy="102727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2621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A095A-81B3-3600-F35F-B9A85501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Colour Palette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5D72-62BA-EE67-E12D-2D676B5B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Circle: fill(</a:t>
            </a:r>
            <a:r>
              <a:rPr lang="en-CA" dirty="0" err="1"/>
              <a:t>mouseX</a:t>
            </a:r>
            <a:r>
              <a:rPr lang="en-CA" dirty="0"/>
              <a:t> / 2, </a:t>
            </a:r>
            <a:r>
              <a:rPr lang="en-CA" dirty="0" err="1"/>
              <a:t>mouseY</a:t>
            </a:r>
            <a:r>
              <a:rPr lang="en-CA" dirty="0"/>
              <a:t> / 3, (</a:t>
            </a:r>
            <a:r>
              <a:rPr lang="en-CA" dirty="0" err="1"/>
              <a:t>mouseX</a:t>
            </a:r>
            <a:r>
              <a:rPr lang="en-CA" dirty="0"/>
              <a:t> + </a:t>
            </a:r>
            <a:r>
              <a:rPr lang="en-CA" dirty="0" err="1"/>
              <a:t>mouseY</a:t>
            </a:r>
            <a:r>
              <a:rPr lang="en-CA" dirty="0"/>
              <a:t>) / 3);</a:t>
            </a:r>
          </a:p>
          <a:p>
            <a:r>
              <a:rPr lang="en-CA" dirty="0"/>
              <a:t>Heart: </a:t>
            </a:r>
            <a:r>
              <a:rPr lang="en-CA" dirty="0" err="1"/>
              <a:t>heartColor</a:t>
            </a:r>
            <a:r>
              <a:rPr lang="en-CA" dirty="0"/>
              <a:t> = color(random(255), random(255), random(255));</a:t>
            </a:r>
          </a:p>
          <a:p>
            <a:r>
              <a:rPr lang="en-CA" dirty="0"/>
              <a:t>Triangle: </a:t>
            </a:r>
            <a:r>
              <a:rPr lang="en-CA" dirty="0" err="1"/>
              <a:t>triangleColor</a:t>
            </a:r>
            <a:r>
              <a:rPr lang="en-CA" dirty="0"/>
              <a:t> = color(random(255), random(255), random(255));</a:t>
            </a:r>
          </a:p>
          <a:p>
            <a:r>
              <a:rPr lang="en-CA" dirty="0"/>
              <a:t>Text: fill(0); or black</a:t>
            </a:r>
          </a:p>
          <a:p>
            <a:r>
              <a:rPr lang="en-CA" dirty="0"/>
              <a:t>Background: background(205, 230, 242); or soft light blue</a:t>
            </a:r>
          </a:p>
        </p:txBody>
      </p:sp>
    </p:spTree>
    <p:extLst>
      <p:ext uri="{BB962C8B-B14F-4D97-AF65-F5344CB8AC3E}">
        <p14:creationId xmlns:p14="http://schemas.microsoft.com/office/powerpoint/2010/main" val="1704077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0B88-FE89-4CB2-6B38-2931BEDFF2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PART TWO: Wall Drawing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71B80-6D50-4235-6837-0FCB0B63D8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4195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0A883-4263-2026-05D6-4DA0B1439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3BB6D-6490-A9B9-4BC3-A9E44C914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613" y="19844"/>
            <a:ext cx="9281387" cy="6838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E47A60-884D-C94B-32B2-030C831D2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141" y="0"/>
            <a:ext cx="7958830" cy="66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A4302-31F5-FA29-A414-D23170BD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687" y="4727763"/>
            <a:ext cx="469632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Set up p5.js sketch</a:t>
            </a:r>
          </a:p>
        </p:txBody>
      </p:sp>
    </p:spTree>
    <p:extLst>
      <p:ext uri="{BB962C8B-B14F-4D97-AF65-F5344CB8AC3E}">
        <p14:creationId xmlns:p14="http://schemas.microsoft.com/office/powerpoint/2010/main" val="370965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A837B-8089-3C01-DF33-D47F9692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BBDC0-B536-C51A-7CBE-1F1E7EA7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D7638-A91F-498E-2F49-CDA1BEFC9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503" y="19843"/>
            <a:ext cx="9771298" cy="7199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EFAFC0-B8D6-0A61-41E5-A321E04B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687" y="4727763"/>
            <a:ext cx="469632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Set up p5.js sketch</a:t>
            </a:r>
          </a:p>
        </p:txBody>
      </p:sp>
    </p:spTree>
    <p:extLst>
      <p:ext uri="{BB962C8B-B14F-4D97-AF65-F5344CB8AC3E}">
        <p14:creationId xmlns:p14="http://schemas.microsoft.com/office/powerpoint/2010/main" val="2736582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51E66-E177-DADE-132F-2A6383EA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A2BDA-8BF0-4A61-5364-88A0F1E0E3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9" r="7779"/>
          <a:stretch/>
        </p:blipFill>
        <p:spPr>
          <a:xfrm>
            <a:off x="0" y="-1"/>
            <a:ext cx="8433867" cy="5887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AFBE04-28F5-0909-CB90-E2171FAD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3867" y="4502606"/>
            <a:ext cx="3776834" cy="2012494"/>
          </a:xfrm>
        </p:spPr>
        <p:txBody>
          <a:bodyPr>
            <a:normAutofit fontScale="90000"/>
          </a:bodyPr>
          <a:lstStyle/>
          <a:p>
            <a:r>
              <a:rPr lang="en-CA" dirty="0"/>
              <a:t>Parallel Vertical Lines</a:t>
            </a:r>
          </a:p>
        </p:txBody>
      </p:sp>
    </p:spTree>
    <p:extLst>
      <p:ext uri="{BB962C8B-B14F-4D97-AF65-F5344CB8AC3E}">
        <p14:creationId xmlns:p14="http://schemas.microsoft.com/office/powerpoint/2010/main" val="2790671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52BA7-84F3-DFE2-B44B-016B7AAA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1D98D6-29E2-6C43-091F-A6036EA8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1" y="0"/>
            <a:ext cx="9605210" cy="8306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000226-32D0-E3FB-AB09-AD62190C1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366" y="3878346"/>
            <a:ext cx="5434263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Parallel Vertical Lines</a:t>
            </a:r>
          </a:p>
        </p:txBody>
      </p:sp>
    </p:spTree>
    <p:extLst>
      <p:ext uri="{BB962C8B-B14F-4D97-AF65-F5344CB8AC3E}">
        <p14:creationId xmlns:p14="http://schemas.microsoft.com/office/powerpoint/2010/main" val="3924107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DBD5F-5E88-70C9-6B53-D8CD6579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8773-81F9-8D61-8EF4-2F3F7B62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512" y="0"/>
            <a:ext cx="10058400" cy="1609344"/>
          </a:xfrm>
        </p:spPr>
        <p:txBody>
          <a:bodyPr/>
          <a:lstStyle/>
          <a:p>
            <a:r>
              <a:rPr lang="en-CA" dirty="0"/>
              <a:t>Polka Dots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87825-8ACE-649C-0F12-7558CA955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6455E-AE31-3E92-EAEF-1A2AF5310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638"/>
            <a:ext cx="7987482" cy="5567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E5771A-3BEF-E768-CA8D-50A0B96F1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405" y="681037"/>
            <a:ext cx="704659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98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A7F82-7840-5504-B9DA-5BE6ED9D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8C1C6-30CA-0E58-93A2-FE4709481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854C3-931F-97E4-B2FA-95D4C48CCA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347"/>
          <a:stretch/>
        </p:blipFill>
        <p:spPr>
          <a:xfrm>
            <a:off x="0" y="0"/>
            <a:ext cx="12062860" cy="66735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A0590D-7FB6-CF21-A4BC-B2EEC5CD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5150" y="4740966"/>
            <a:ext cx="3525253" cy="1325563"/>
          </a:xfrm>
        </p:spPr>
        <p:txBody>
          <a:bodyPr/>
          <a:lstStyle/>
          <a:p>
            <a:r>
              <a:rPr lang="en-CA" dirty="0"/>
              <a:t>Polka Dots</a:t>
            </a:r>
          </a:p>
        </p:txBody>
      </p:sp>
    </p:spTree>
    <p:extLst>
      <p:ext uri="{BB962C8B-B14F-4D97-AF65-F5344CB8AC3E}">
        <p14:creationId xmlns:p14="http://schemas.microsoft.com/office/powerpoint/2010/main" val="1932382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61B23-8113-A7C4-2137-DA317D3D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20F0-C383-63F2-C62D-4997EA79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Checkered Squares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50A6-CE98-1684-A60D-FBE639B88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671BFB-D73F-90E8-35E0-B107F5A78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84" y="1825624"/>
            <a:ext cx="9411361" cy="4351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858608-708C-F34B-89F4-365086AD0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4"/>
            <a:ext cx="12192000" cy="512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09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6047D1-3CE4-CAB7-F76E-85197C80A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3C85-A98F-5C4C-D875-F1DAB5A30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609344"/>
          </a:xfrm>
        </p:spPr>
        <p:txBody>
          <a:bodyPr/>
          <a:lstStyle/>
          <a:p>
            <a:r>
              <a:rPr lang="en-CA" dirty="0"/>
              <a:t>Parallel Diagonal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EF55F-AB75-D0CA-D26C-46DE932C4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286C9-AF8E-59BA-358A-2360C83CA6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099"/>
          <a:stretch/>
        </p:blipFill>
        <p:spPr>
          <a:xfrm>
            <a:off x="6448927" y="185738"/>
            <a:ext cx="5743074" cy="5277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2A7905-6250-1A07-BDC0-057E4BF055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922"/>
          <a:stretch/>
        </p:blipFill>
        <p:spPr>
          <a:xfrm>
            <a:off x="6448927" y="5462844"/>
            <a:ext cx="6057186" cy="12072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988CD3-C056-BF5F-AF92-C19514739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85301"/>
            <a:ext cx="12192000" cy="557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53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0D57-D361-0A83-F591-AFB7F037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BCEA-E256-D8D0-9BB8-8FA477FB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1609344"/>
          </a:xfrm>
        </p:spPr>
        <p:txBody>
          <a:bodyPr/>
          <a:lstStyle/>
          <a:p>
            <a:r>
              <a:rPr lang="en-CA" dirty="0"/>
              <a:t>Parallel Diagonal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BA1BC-1791-E373-8155-E3E937CE8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AF725-779A-BCE1-EB65-9C03EE2A64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099"/>
          <a:stretch/>
        </p:blipFill>
        <p:spPr>
          <a:xfrm>
            <a:off x="6448927" y="185738"/>
            <a:ext cx="5743074" cy="5277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0503DA-9059-B6FB-4CEF-808F036320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922"/>
          <a:stretch/>
        </p:blipFill>
        <p:spPr>
          <a:xfrm>
            <a:off x="6448927" y="5462844"/>
            <a:ext cx="6057186" cy="12072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303828-A2FD-0624-709C-A61099097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99511"/>
            <a:ext cx="12192000" cy="510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83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B75B-15DA-2917-D9E0-599620C8D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618" y="0"/>
            <a:ext cx="10058400" cy="1609344"/>
          </a:xfrm>
        </p:spPr>
        <p:txBody>
          <a:bodyPr/>
          <a:lstStyle/>
          <a:p>
            <a:r>
              <a:rPr lang="en-CA" dirty="0"/>
              <a:t>Borders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CDECC-48E6-EEC7-D907-F2E50F06D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2FF36-5B36-A7C1-95CE-B40680BCD0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705"/>
          <a:stretch/>
        </p:blipFill>
        <p:spPr>
          <a:xfrm>
            <a:off x="142875" y="1253331"/>
            <a:ext cx="6940831" cy="5495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A3CD42-ABA7-4858-DC7F-32EBF3D9B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346" y="1609344"/>
            <a:ext cx="49434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66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524D-9320-8E42-6D9F-59A07458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48"/>
            <a:ext cx="1527048" cy="1408176"/>
          </a:xfrm>
        </p:spPr>
        <p:txBody>
          <a:bodyPr/>
          <a:lstStyle/>
          <a:p>
            <a:r>
              <a:rPr lang="en-CA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2208E-25E9-C0FB-D636-E0A12FD11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EA5A7-7A87-954C-19D6-71033227F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5695"/>
            <a:ext cx="5314950" cy="2552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4B611E-027E-78DE-2A77-971326779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23247"/>
            <a:ext cx="7010400" cy="2324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1DDE93-2589-86CF-A4B1-DA2B886F2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5298" y="110667"/>
            <a:ext cx="7239000" cy="3343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82F2C4-62E7-A5AD-63B8-F5B3C8BFC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275" y="1957387"/>
            <a:ext cx="6267450" cy="2943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2E80D0-77CA-C266-A924-919E03DB57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6260" y="3650134"/>
            <a:ext cx="7077075" cy="32194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CECA9B-A9CE-E1AA-AB04-6E8F2C33BF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1635919"/>
            <a:ext cx="57912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3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1460A-7C7C-FDDC-1EF9-3DBDB4395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BC37-FAEE-BF59-25B2-DCBDD805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Done!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1A5C9-51E2-E23B-148C-6F4F3F2A1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E6B2B-93C4-CD4C-5742-B8FE5838C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500" y="-57411"/>
            <a:ext cx="6922652" cy="69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50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image of hands applauding">
            <a:extLst>
              <a:ext uri="{FF2B5EF4-FFF2-40B4-BE49-F238E27FC236}">
                <a16:creationId xmlns:a16="http://schemas.microsoft.com/office/drawing/2014/main" id="{8F2B87FC-6347-E0AB-B33E-54D39DDEE9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6" b="1513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C08C5E-73F4-0772-2EC2-9F47A2C9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Thank You For Listening! </a:t>
            </a:r>
            <a:r>
              <a:rPr lang="en-US" sz="60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en-US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090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784</TotalTime>
  <Words>174</Words>
  <Application>Microsoft Office PowerPoint</Application>
  <PresentationFormat>Widescreen</PresentationFormat>
  <Paragraphs>38</Paragraphs>
  <Slides>20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Rockwell</vt:lpstr>
      <vt:lpstr>Rockwell Condensed</vt:lpstr>
      <vt:lpstr>Wingdings</vt:lpstr>
      <vt:lpstr>Wood Type</vt:lpstr>
      <vt:lpstr>Project 2/December Midterm DMII</vt:lpstr>
      <vt:lpstr>Project Title</vt:lpstr>
      <vt:lpstr>Project Description</vt:lpstr>
      <vt:lpstr>Types of Interaction</vt:lpstr>
      <vt:lpstr>Rough sketch</vt:lpstr>
      <vt:lpstr>Colour Palette</vt:lpstr>
      <vt:lpstr>PART TWO: Wall Drawing</vt:lpstr>
      <vt:lpstr>Set up p5.js sketch</vt:lpstr>
      <vt:lpstr>Set up p5.js sketch</vt:lpstr>
      <vt:lpstr>Parallel Vertical Lines</vt:lpstr>
      <vt:lpstr>Parallel Vertical Lines</vt:lpstr>
      <vt:lpstr>Polka Dots</vt:lpstr>
      <vt:lpstr>Polka Dots</vt:lpstr>
      <vt:lpstr>Checkered Squares</vt:lpstr>
      <vt:lpstr>Parallel Diagonal Lines</vt:lpstr>
      <vt:lpstr>Parallel Diagonal Lines</vt:lpstr>
      <vt:lpstr>Borders</vt:lpstr>
      <vt:lpstr>Code</vt:lpstr>
      <vt:lpstr>Done!</vt:lpstr>
      <vt:lpstr>Thank You For Listening!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Ruhani Jindal</dc:creator>
  <cp:lastModifiedBy>Ruhani Jindal</cp:lastModifiedBy>
  <cp:revision>1</cp:revision>
  <dcterms:created xsi:type="dcterms:W3CDTF">2024-12-04T05:00:56Z</dcterms:created>
  <dcterms:modified xsi:type="dcterms:W3CDTF">2024-12-04T18:17:39Z</dcterms:modified>
</cp:coreProperties>
</file>